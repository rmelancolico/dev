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6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422030" y="1371600"/>
            <a:ext cx="8229600" cy="1828800"/>
          </a:xfrm>
        </p:spPr>
        <p:txBody>
          <a:bodyPr vert="horz" lIns="45720" tIns="0" rIns="45720" bIns="0" anchor="b">
            <a:norm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</a:sp3d>
          </a:bodyPr>
          <a:lstStyle>
            <a:lvl1pPr>
              <a:defRPr sz="4800" b="1" cap="all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27000" dist="200000" dir="2700000" algn="tl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E8C6E-7A4C-4208-9FDD-A2E28AE44E51}" type="datetimeFigureOut">
              <a:rPr lang="en-US" smtClean="0"/>
              <a:t>10/7/2022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1A54E-310F-4EF4-9B7D-3C6510C9F77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371600" y="3331698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E8C6E-7A4C-4208-9FDD-A2E28AE44E51}" type="datetimeFigureOut">
              <a:rPr lang="en-US" smtClean="0"/>
              <a:t>10/7/2022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1A54E-310F-4EF4-9B7D-3C6510C9F77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609600"/>
            <a:ext cx="7086600" cy="1828800"/>
          </a:xfrm>
        </p:spPr>
        <p:txBody>
          <a:bodyPr vert="horz" bIns="0" anchor="b">
            <a:no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  <a:contourClr>
                <a:schemeClr val="tx2">
                  <a:shade val="50000"/>
                </a:schemeClr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4800" b="1" cap="none" baseline="0">
                <a:ln w="6350">
                  <a:noFill/>
                </a:ln>
                <a:solidFill>
                  <a:schemeClr val="accent1">
                    <a:tint val="90000"/>
                    <a:satMod val="120000"/>
                  </a:schemeClr>
                </a:soli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0200" y="2507786"/>
            <a:ext cx="7086600" cy="1509712"/>
          </a:xfrm>
        </p:spPr>
        <p:txBody>
          <a:bodyPr anchor="t"/>
          <a:lstStyle>
            <a:lvl1pPr marL="73152" indent="0" algn="l">
              <a:buNone/>
              <a:defRPr sz="20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E8C6E-7A4C-4208-9FDD-A2E28AE44E51}" type="datetimeFigureOut">
              <a:rPr lang="en-US" smtClean="0"/>
              <a:t>10/7/2022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24800" y="6416675"/>
            <a:ext cx="762000" cy="365125"/>
          </a:xfrm>
        </p:spPr>
        <p:txBody>
          <a:bodyPr/>
          <a:lstStyle/>
          <a:p>
            <a:fld id="{9691A54E-310F-4EF4-9B7D-3C6510C9F775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E8C6E-7A4C-4208-9FDD-A2E28AE44E51}" type="datetimeFigureOut">
              <a:rPr lang="en-US" smtClean="0"/>
              <a:t>10/7/2022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1A54E-310F-4EF4-9B7D-3C6510C9F77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2"/>
            <a:ext cx="4040188" cy="750887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5" y="1535112"/>
            <a:ext cx="4041775" cy="750887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4040188" cy="3763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3763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E8C6E-7A4C-4208-9FDD-A2E28AE44E51}" type="datetimeFigureOut">
              <a:rPr lang="en-US" smtClean="0"/>
              <a:t>10/7/2022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1A54E-310F-4EF4-9B7D-3C6510C9F77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E8C6E-7A4C-4208-9FDD-A2E28AE44E51}" type="datetimeFigureOut">
              <a:rPr lang="en-US" smtClean="0"/>
              <a:t>10/7/2022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1A54E-310F-4EF4-9B7D-3C6510C9F77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E8C6E-7A4C-4208-9FDD-A2E28AE44E51}" type="datetimeFigureOut">
              <a:rPr lang="en-US" smtClean="0"/>
              <a:t>10/7/2022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1A54E-310F-4EF4-9B7D-3C6510C9F77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vert="horz" anchor="b">
            <a:normAutofit/>
            <a:sp3d prstMaterial="softEdge"/>
          </a:bodyPr>
          <a:lstStyle>
            <a:lvl1pPr algn="l">
              <a:buNone/>
              <a:defRPr sz="2200" b="0">
                <a:ln w="6350">
                  <a:noFill/>
                </a:ln>
                <a:solidFill>
                  <a:schemeClr val="accent1">
                    <a:tint val="73000"/>
                    <a:satMod val="180000"/>
                  </a:schemeClr>
                </a:solidFill>
              </a:defRPr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57200" y="1524000"/>
            <a:ext cx="3008313" cy="4602163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2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E8C6E-7A4C-4208-9FDD-A2E28AE44E51}" type="datetimeFigureOut">
              <a:rPr lang="en-US" smtClean="0"/>
              <a:t>10/7/2022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1A54E-310F-4EF4-9B7D-3C6510C9F77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0" y="609600"/>
            <a:ext cx="5486400" cy="522288"/>
          </a:xfrm>
        </p:spPr>
        <p:txBody>
          <a:bodyPr lIns="45720" rIns="45720" bIns="0" anchor="b">
            <a:sp3d prstMaterial="softEdge"/>
          </a:bodyPr>
          <a:lstStyle>
            <a:lvl1pPr algn="ctr">
              <a:buNone/>
              <a:defRPr sz="20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828800" y="1831975"/>
            <a:ext cx="5486400" cy="3962400"/>
          </a:xfrm>
          <a:solidFill>
            <a:schemeClr val="bg2"/>
          </a:solidFill>
          <a:ln w="44450" cap="sq" cmpd="sng" algn="ctr">
            <a:solidFill>
              <a:srgbClr val="FFFFFF"/>
            </a:solidFill>
            <a:prstDash val="solid"/>
            <a:miter lim="800000"/>
          </a:ln>
          <a:effectLst>
            <a:outerShdw blurRad="190500" dist="228600" dir="2700000" sy="90000">
              <a:srgbClr val="000000">
                <a:alpha val="25000"/>
              </a:srgbClr>
            </a:outerShdw>
          </a:effectLst>
          <a:scene3d>
            <a:camera prst="orthographicFront">
              <a:rot lat="0" lon="0" rev="0"/>
            </a:camera>
            <a:lightRig rig="balanced" dir="tr">
              <a:rot lat="0" lon="0" rev="2700000"/>
            </a:lightRig>
          </a:scene3d>
          <a:sp3d prstMaterial="matte">
            <a:contourClr>
              <a:schemeClr val="tx2">
                <a:shade val="50000"/>
              </a:schemeClr>
            </a:contourClr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</a:lstStyle>
          <a:p>
            <a:pPr marL="0" algn="l" rtl="0" eaLnBrk="1" latinLnBrk="0" hangingPunct="1"/>
            <a:r>
              <a:rPr kumimoji="0" lang="en-US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Click icon to add picture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28800" y="1166787"/>
            <a:ext cx="5486400" cy="530352"/>
          </a:xfrm>
        </p:spPr>
        <p:txBody>
          <a:bodyPr lIns="45720" tIns="45720" rIns="45720" anchor="t"/>
          <a:lstStyle>
            <a:lvl1pPr marL="0" indent="0" algn="ct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E8C6E-7A4C-4208-9FDD-A2E28AE44E51}" type="datetimeFigureOut">
              <a:rPr lang="en-US" smtClean="0"/>
              <a:t>10/7/2022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1A54E-310F-4EF4-9B7D-3C6510C9F77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E8C6E-7A4C-4208-9FDD-A2E28AE44E51}" type="datetimeFigureOut">
              <a:rPr lang="en-US" smtClean="0"/>
              <a:t>10/7/2022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1A54E-310F-4EF4-9B7D-3C6510C9F77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E8C6E-7A4C-4208-9FDD-A2E28AE44E51}" type="datetimeFigureOut">
              <a:rPr lang="en-US" smtClean="0"/>
              <a:t>10/7/2022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91A54E-310F-4EF4-9B7D-3C6510C9F775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70916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457200" y="6416675"/>
            <a:ext cx="2133600" cy="365125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20DE8C6E-7A4C-4208-9FDD-A2E28AE44E51}" type="datetimeFigureOut">
              <a:rPr lang="en-US" smtClean="0"/>
              <a:t>10/7/2022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124200" y="6416675"/>
            <a:ext cx="2895600" cy="365125"/>
          </a:xfrm>
          <a:prstGeom prst="rect">
            <a:avLst/>
          </a:prstGeom>
        </p:spPr>
        <p:txBody>
          <a:bodyPr vert="horz" anchor="b"/>
          <a:lstStyle>
            <a:lvl1pPr algn="ct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7924800" y="6416675"/>
            <a:ext cx="762000" cy="365125"/>
          </a:xfrm>
          <a:prstGeom prst="rect">
            <a:avLst/>
          </a:prstGeom>
        </p:spPr>
        <p:txBody>
          <a:bodyPr vert="horz" lIns="0" rIns="0" anchor="b"/>
          <a:lstStyle>
            <a:lvl1pPr algn="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9691A54E-310F-4EF4-9B7D-3C6510C9F775}" type="slidenum">
              <a:rPr lang="en-US" smtClean="0"/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rtl="0" eaLnBrk="1" latinLnBrk="0" hangingPunct="1">
        <a:spcBef>
          <a:spcPct val="0"/>
        </a:spcBef>
        <a:buNone/>
        <a:defRPr kumimoji="0" sz="4100" b="1" kern="1200" cap="none" baseline="0">
          <a:ln w="6350">
            <a:noFill/>
          </a:ln>
          <a:gradFill>
            <a:gsLst>
              <a:gs pos="0">
                <a:schemeClr val="accent1">
                  <a:tint val="73000"/>
                  <a:satMod val="145000"/>
                </a:schemeClr>
              </a:gs>
              <a:gs pos="73000">
                <a:schemeClr val="accent1">
                  <a:tint val="73000"/>
                  <a:satMod val="145000"/>
                </a:schemeClr>
              </a:gs>
              <a:gs pos="100000">
                <a:schemeClr val="accent1">
                  <a:tint val="83000"/>
                  <a:satMod val="143000"/>
                </a:schemeClr>
              </a:gs>
            </a:gsLst>
            <a:lin ang="4800000" scaled="1"/>
          </a:gradFill>
          <a:effectLst>
            <a:outerShdw blurRad="114300" dist="101600" dir="2700000" algn="tl" rotWithShape="0">
              <a:srgbClr val="000000">
                <a:alpha val="40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548640" indent="-411480" algn="l" rtl="0" eaLnBrk="1" latinLnBrk="0" hangingPunct="1">
        <a:spcBef>
          <a:spcPct val="20000"/>
        </a:spcBef>
        <a:buClr>
          <a:schemeClr val="tx1">
            <a:shade val="95000"/>
          </a:schemeClr>
        </a:buClr>
        <a:buSzPct val="65000"/>
        <a:buFont typeface="Wingdings 2"/>
        <a:buChar char="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868680" indent="-283464" algn="l" rtl="0" eaLnBrk="1" latinLnBrk="0" hangingPunct="1">
        <a:spcBef>
          <a:spcPct val="20000"/>
        </a:spcBef>
        <a:buClr>
          <a:schemeClr val="tx1"/>
        </a:buClr>
        <a:buSzPct val="80000"/>
        <a:buFont typeface="Wingdings 2"/>
        <a:buChar char="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33856" indent="-228600" algn="l" rtl="0" eaLnBrk="1" latinLnBrk="0" hangingPunct="1">
        <a:spcBef>
          <a:spcPct val="20000"/>
        </a:spcBef>
        <a:buClr>
          <a:schemeClr val="tx1"/>
        </a:buClr>
        <a:buSzPct val="95000"/>
        <a:buFont typeface="Wingdings"/>
        <a:buChar char=""/>
        <a:defRPr kumimoji="0"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353312" indent="-182880" algn="l" rtl="0" eaLnBrk="1" latinLnBrk="0" hangingPunct="1">
        <a:spcBef>
          <a:spcPct val="20000"/>
        </a:spcBef>
        <a:buClr>
          <a:schemeClr val="tx1"/>
        </a:buClr>
        <a:buSzPct val="100000"/>
        <a:buFont typeface="Wingdings 3"/>
        <a:buChar char="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5336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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64792" indent="-182880" algn="l" rtl="0" eaLnBrk="1" latinLnBrk="0" hangingPunct="1">
        <a:spcBef>
          <a:spcPct val="20000"/>
        </a:spcBef>
        <a:buClr>
          <a:schemeClr val="tx1"/>
        </a:buClr>
        <a:buFont typeface="Wingdings 3"/>
        <a:buChar char="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65960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167128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368296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:\Google Drive\ekklesia\DEV\storm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33400" y="-76200"/>
            <a:ext cx="10418608" cy="693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7200" dirty="0" smtClean="0"/>
              <a:t>In to the storm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4029473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0" y="609600"/>
            <a:ext cx="8534400" cy="1828800"/>
          </a:xfrm>
          <a:prstGeom prst="rect">
            <a:avLst/>
          </a:prstGeom>
        </p:spPr>
        <p:txBody>
          <a:bodyPr vert="horz" anchor="ctr">
            <a:noAutofit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>
            <a:lvl1pPr algn="ctr" rtl="0" eaLnBrk="1" latinLnBrk="0" hangingPunct="1">
              <a:spcBef>
                <a:spcPct val="0"/>
              </a:spcBef>
              <a:buNone/>
              <a:defRPr kumimoji="0" sz="4100" b="1" kern="1200" cap="none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6000" dirty="0" smtClean="0"/>
              <a:t>The truth about storms</a:t>
            </a:r>
            <a:endParaRPr lang="en-US" sz="6000" dirty="0"/>
          </a:p>
        </p:txBody>
      </p:sp>
      <p:sp>
        <p:nvSpPr>
          <p:cNvPr id="6" name="TextBox 5"/>
          <p:cNvSpPr txBox="1"/>
          <p:nvPr/>
        </p:nvSpPr>
        <p:spPr>
          <a:xfrm>
            <a:off x="1219200" y="2089152"/>
            <a:ext cx="6248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 smtClean="0"/>
              <a:t>No body is exempted</a:t>
            </a:r>
            <a:endParaRPr lang="en-US" sz="4400" b="1" dirty="0"/>
          </a:p>
        </p:txBody>
      </p:sp>
      <p:sp>
        <p:nvSpPr>
          <p:cNvPr id="7" name="TextBox 6"/>
          <p:cNvSpPr txBox="1"/>
          <p:nvPr/>
        </p:nvSpPr>
        <p:spPr>
          <a:xfrm>
            <a:off x="1219200" y="3048000"/>
            <a:ext cx="6248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 smtClean="0"/>
              <a:t>It will always come</a:t>
            </a:r>
            <a:endParaRPr lang="en-US" sz="4400" b="1" dirty="0"/>
          </a:p>
        </p:txBody>
      </p:sp>
      <p:sp>
        <p:nvSpPr>
          <p:cNvPr id="8" name="TextBox 7"/>
          <p:cNvSpPr txBox="1"/>
          <p:nvPr/>
        </p:nvSpPr>
        <p:spPr>
          <a:xfrm>
            <a:off x="1219200" y="3969841"/>
            <a:ext cx="6553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 smtClean="0"/>
              <a:t>It reveal something in us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194406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0" y="609600"/>
            <a:ext cx="8534400" cy="1828800"/>
          </a:xfrm>
          <a:prstGeom prst="rect">
            <a:avLst/>
          </a:prstGeom>
        </p:spPr>
        <p:txBody>
          <a:bodyPr vert="horz" anchor="ctr">
            <a:noAutofit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>
            <a:lvl1pPr algn="ctr" rtl="0" eaLnBrk="1" latinLnBrk="0" hangingPunct="1">
              <a:spcBef>
                <a:spcPct val="0"/>
              </a:spcBef>
              <a:buNone/>
              <a:defRPr kumimoji="0" sz="4100" b="1" kern="1200" cap="none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6000" dirty="0" smtClean="0"/>
              <a:t>The storm reveals:</a:t>
            </a:r>
            <a:endParaRPr lang="en-US" sz="6000" dirty="0"/>
          </a:p>
        </p:txBody>
      </p:sp>
      <p:sp>
        <p:nvSpPr>
          <p:cNvPr id="6" name="TextBox 5"/>
          <p:cNvSpPr txBox="1"/>
          <p:nvPr/>
        </p:nvSpPr>
        <p:spPr>
          <a:xfrm>
            <a:off x="381000" y="2100122"/>
            <a:ext cx="8382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n-US" sz="3600" b="1" dirty="0" smtClean="0"/>
              <a:t>reveal the nature of faith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n-US" sz="3600" b="1" dirty="0" smtClean="0"/>
              <a:t>reveal the strength of commitment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n-US" sz="3600" b="1" dirty="0" smtClean="0"/>
              <a:t>reveal the level of maturity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n-US" sz="3600" b="1" dirty="0" smtClean="0"/>
              <a:t>reveal the health of attitude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n-US" sz="3600" b="1" dirty="0" smtClean="0"/>
              <a:t>reveal the measure of </a:t>
            </a:r>
            <a:r>
              <a:rPr lang="en-US" sz="3600" b="1" dirty="0" err="1" smtClean="0"/>
              <a:t>teachability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3846625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:\Google Drive\ekklesia\DEV\960x0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9600" y="-6927"/>
            <a:ext cx="1011317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1"/>
          <p:cNvSpPr txBox="1">
            <a:spLocks/>
          </p:cNvSpPr>
          <p:nvPr/>
        </p:nvSpPr>
        <p:spPr>
          <a:xfrm>
            <a:off x="0" y="609600"/>
            <a:ext cx="8534400" cy="1828800"/>
          </a:xfrm>
          <a:prstGeom prst="rect">
            <a:avLst/>
          </a:prstGeom>
        </p:spPr>
        <p:txBody>
          <a:bodyPr vert="horz" anchor="ctr">
            <a:noAutofit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>
            <a:lvl1pPr algn="ctr" rtl="0" eaLnBrk="1" latinLnBrk="0" hangingPunct="1">
              <a:spcBef>
                <a:spcPct val="0"/>
              </a:spcBef>
              <a:buNone/>
              <a:defRPr kumimoji="0" sz="4100" b="1" kern="1200" cap="none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 smtClean="0"/>
              <a:t>2 Types of Storm We Could Choose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913881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1. Storm of Disobedient</a:t>
            </a:r>
          </a:p>
        </p:txBody>
      </p:sp>
      <p:pic>
        <p:nvPicPr>
          <p:cNvPr id="3074" name="Picture 2" descr="D:\Google Drive\ekklesia\DEV\1102013259_univ_cnt_2_xl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1181100"/>
            <a:ext cx="85725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6158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2. Storm of Obedient</a:t>
            </a:r>
          </a:p>
        </p:txBody>
      </p:sp>
      <p:pic>
        <p:nvPicPr>
          <p:cNvPr id="4098" name="Picture 2" descr="D:\Google Drive\ekklesia\DEV\Walk-By-Faith-Jesus-Walking-on-Water-Peter-Walking-on-Water-Matthew-14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1229644"/>
            <a:ext cx="8458200" cy="6237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4597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D:\Google Drive\ekklesia\DEV\maxresdefaul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6200"/>
            <a:ext cx="9144000" cy="632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1"/>
          <p:cNvSpPr txBox="1">
            <a:spLocks/>
          </p:cNvSpPr>
          <p:nvPr/>
        </p:nvSpPr>
        <p:spPr>
          <a:xfrm>
            <a:off x="0" y="-304800"/>
            <a:ext cx="9144000" cy="1828800"/>
          </a:xfrm>
          <a:prstGeom prst="rect">
            <a:avLst/>
          </a:prstGeom>
        </p:spPr>
        <p:txBody>
          <a:bodyPr vert="horz" anchor="ctr">
            <a:noAutofit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>
            <a:lvl1pPr algn="ctr" rtl="0" eaLnBrk="1" latinLnBrk="0" hangingPunct="1">
              <a:spcBef>
                <a:spcPct val="0"/>
              </a:spcBef>
              <a:buNone/>
              <a:defRPr kumimoji="0" sz="4100" b="1" kern="1200" cap="none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dirty="0" smtClean="0"/>
              <a:t>Facing The Storm 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1657937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Facing the storm like an eagle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81000" y="1676400"/>
            <a:ext cx="8382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n-US" sz="3600" b="1" dirty="0" smtClean="0"/>
              <a:t>Understand the storm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n-US" sz="3600" b="1" dirty="0" smtClean="0"/>
              <a:t>is the only bird that looks for storm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n-US" sz="3600" b="1" dirty="0" smtClean="0"/>
              <a:t>the eagle gladly welcome the storms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n-US" sz="3600" b="1" dirty="0" smtClean="0"/>
              <a:t>the eagle uses the storm to increase their height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n-US" sz="3600" b="1" dirty="0" smtClean="0"/>
              <a:t>the eagle flies towards the storm</a:t>
            </a:r>
          </a:p>
          <a:p>
            <a:pPr marL="571500" indent="-571500">
              <a:buFont typeface="Arial" pitchFamily="34" charset="0"/>
              <a:buChar char="•"/>
            </a:pP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3778602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Facing the storm like an eagle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81000" y="1676400"/>
            <a:ext cx="83820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n-US" sz="3600" b="1" dirty="0" smtClean="0"/>
              <a:t>the eagle uses the storm to cleans his feather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n-US" sz="3600" b="1" dirty="0" smtClean="0"/>
              <a:t>the eagle uses the storm to test its pinions and bones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n-US" sz="3600" b="1" dirty="0" smtClean="0"/>
              <a:t>the eagle uses the storm to renew his strength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n-US" sz="3600" b="1" dirty="0" smtClean="0"/>
              <a:t>the eagle will leave the storm after using the storm</a:t>
            </a:r>
          </a:p>
          <a:p>
            <a:pPr marL="571500" indent="-571500">
              <a:buFont typeface="Arial" pitchFamily="34" charset="0"/>
              <a:buChar char="•"/>
            </a:pP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592737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pex">
  <a:themeElements>
    <a:clrScheme name="Apex">
      <a:dk1>
        <a:sysClr val="windowText" lastClr="000000"/>
      </a:dk1>
      <a:lt1>
        <a:sysClr val="window" lastClr="FFFFFF"/>
      </a:lt1>
      <a:dk2>
        <a:srgbClr val="69676D"/>
      </a:dk2>
      <a:lt2>
        <a:srgbClr val="C9C2D1"/>
      </a:lt2>
      <a:accent1>
        <a:srgbClr val="CEB966"/>
      </a:accent1>
      <a:accent2>
        <a:srgbClr val="9CB084"/>
      </a:accent2>
      <a:accent3>
        <a:srgbClr val="6BB1C9"/>
      </a:accent3>
      <a:accent4>
        <a:srgbClr val="6585CF"/>
      </a:accent4>
      <a:accent5>
        <a:srgbClr val="7E6BC9"/>
      </a:accent5>
      <a:accent6>
        <a:srgbClr val="A379BB"/>
      </a:accent6>
      <a:hlink>
        <a:srgbClr val="410082"/>
      </a:hlink>
      <a:folHlink>
        <a:srgbClr val="932968"/>
      </a:folHlink>
    </a:clrScheme>
    <a:fontScheme name="Apex">
      <a:majorFont>
        <a:latin typeface="Lucida Sans"/>
        <a:ea typeface=""/>
        <a:cs typeface=""/>
        <a:font script="Grek" typeface="Arial"/>
        <a:font script="Cyrl" typeface="Arial"/>
        <a:font script="Jpan" typeface="HG丸ｺﾞｼｯｸM-PRO"/>
        <a:font script="Hang" typeface="휴먼옛체"/>
        <a:font script="Hans" typeface="黑体"/>
        <a:font script="Hant" typeface="微軟正黑體"/>
        <a:font script="Arab" typeface="Tahoma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Book Antiqua"/>
        <a:ea typeface=""/>
        <a:cs typeface=""/>
        <a:font script="Grek" typeface="Times New Roman"/>
        <a:font script="Cyrl" typeface="Times New Roman"/>
        <a:font script="Jpan" typeface="HG明朝B"/>
        <a:font script="Hang" typeface="돋움"/>
        <a:font script="Hans" typeface="宋体"/>
        <a:font script="Hant" typeface="新細明體"/>
        <a:font script="Arab" typeface="Times New Roman"/>
        <a:font script="Hebr" typeface="David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180000"/>
              </a:schemeClr>
            </a:gs>
            <a:gs pos="100000">
              <a:schemeClr val="phClr">
                <a:shade val="45000"/>
                <a:satMod val="120000"/>
              </a:schemeClr>
            </a:gs>
          </a:gsLst>
          <a:path path="circle">
            <a:fillToRect r="1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"/>
                <a:satMod val="110000"/>
              </a:schemeClr>
              <a:schemeClr val="phClr">
                <a:tint val="60000"/>
                <a:satMod val="425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54</TotalTime>
  <Words>153</Words>
  <Application>Microsoft Office PowerPoint</Application>
  <PresentationFormat>On-screen Show (4:3)</PresentationFormat>
  <Paragraphs>26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Apex</vt:lpstr>
      <vt:lpstr>In to the storm</vt:lpstr>
      <vt:lpstr>PowerPoint Presentation</vt:lpstr>
      <vt:lpstr>PowerPoint Presentation</vt:lpstr>
      <vt:lpstr>PowerPoint Presentation</vt:lpstr>
      <vt:lpstr>1. Storm of Disobedient</vt:lpstr>
      <vt:lpstr>2. Storm of Obedient</vt:lpstr>
      <vt:lpstr>PowerPoint Presentation</vt:lpstr>
      <vt:lpstr>Facing the storm like an eagle</vt:lpstr>
      <vt:lpstr>Facing the storm like an eagle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 to the storm</dc:title>
  <dc:creator>alkaloid</dc:creator>
  <cp:lastModifiedBy>alkaloid</cp:lastModifiedBy>
  <cp:revision>12</cp:revision>
  <dcterms:created xsi:type="dcterms:W3CDTF">2022-10-07T07:07:25Z</dcterms:created>
  <dcterms:modified xsi:type="dcterms:W3CDTF">2022-10-07T08:01:59Z</dcterms:modified>
</cp:coreProperties>
</file>