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9" r:id="rId4"/>
    <p:sldId id="267" r:id="rId5"/>
    <p:sldId id="260" r:id="rId6"/>
    <p:sldId id="261" r:id="rId7"/>
    <p:sldId id="263" r:id="rId8"/>
    <p:sldId id="264" r:id="rId9"/>
    <p:sldId id="266" r:id="rId10"/>
    <p:sldId id="258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E8C6E-7A4C-4208-9FDD-A2E28AE44E51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1A54E-310F-4EF4-9B7D-3C6510C9F7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E8C6E-7A4C-4208-9FDD-A2E28AE44E51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1A54E-310F-4EF4-9B7D-3C6510C9F7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E8C6E-7A4C-4208-9FDD-A2E28AE44E51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9691A54E-310F-4EF4-9B7D-3C6510C9F775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E8C6E-7A4C-4208-9FDD-A2E28AE44E51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1A54E-310F-4EF4-9B7D-3C6510C9F7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E8C6E-7A4C-4208-9FDD-A2E28AE44E51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1A54E-310F-4EF4-9B7D-3C6510C9F7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E8C6E-7A4C-4208-9FDD-A2E28AE44E51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1A54E-310F-4EF4-9B7D-3C6510C9F7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E8C6E-7A4C-4208-9FDD-A2E28AE44E51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1A54E-310F-4EF4-9B7D-3C6510C9F7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E8C6E-7A4C-4208-9FDD-A2E28AE44E51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1A54E-310F-4EF4-9B7D-3C6510C9F7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E8C6E-7A4C-4208-9FDD-A2E28AE44E51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1A54E-310F-4EF4-9B7D-3C6510C9F7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E8C6E-7A4C-4208-9FDD-A2E28AE44E51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1A54E-310F-4EF4-9B7D-3C6510C9F7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E8C6E-7A4C-4208-9FDD-A2E28AE44E51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1A54E-310F-4EF4-9B7D-3C6510C9F7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20DE8C6E-7A4C-4208-9FDD-A2E28AE44E51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9691A54E-310F-4EF4-9B7D-3C6510C9F775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Google Drive\ekklesia\DEV\stor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3400" y="-76200"/>
            <a:ext cx="10418608" cy="693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/>
              <a:t>In to the storm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4029473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609600"/>
            <a:ext cx="8534400" cy="1828800"/>
          </a:xfrm>
          <a:prstGeom prst="rect">
            <a:avLst/>
          </a:prstGeom>
        </p:spPr>
        <p:txBody>
          <a:bodyPr vert="horz" anchor="ctr">
            <a:no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100" b="1" kern="1200" cap="none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6000" dirty="0" smtClean="0"/>
              <a:t>The truth about storms</a:t>
            </a:r>
            <a:endParaRPr lang="en-US" sz="6000" dirty="0"/>
          </a:p>
        </p:txBody>
      </p:sp>
      <p:sp>
        <p:nvSpPr>
          <p:cNvPr id="6" name="TextBox 5"/>
          <p:cNvSpPr txBox="1"/>
          <p:nvPr/>
        </p:nvSpPr>
        <p:spPr>
          <a:xfrm>
            <a:off x="1219200" y="2089152"/>
            <a:ext cx="624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/>
              <a:t>No body is exempted</a:t>
            </a:r>
            <a:endParaRPr lang="en-US" sz="4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219200" y="3048000"/>
            <a:ext cx="624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/>
              <a:t>It will always come</a:t>
            </a:r>
            <a:endParaRPr lang="en-US" sz="4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219200" y="3969841"/>
            <a:ext cx="6553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/>
              <a:t>It reveal something in us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1944061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Google Drive\ekklesia\DEV\960x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9600" y="-6927"/>
            <a:ext cx="1011317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0" y="609600"/>
            <a:ext cx="8534400" cy="1828800"/>
          </a:xfrm>
          <a:prstGeom prst="rect">
            <a:avLst/>
          </a:prstGeom>
        </p:spPr>
        <p:txBody>
          <a:bodyPr vert="horz" anchor="ctr">
            <a:no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100" b="1" kern="1200" cap="none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 smtClean="0"/>
              <a:t>3 </a:t>
            </a:r>
            <a:r>
              <a:rPr lang="en-US" sz="6000" dirty="0" smtClean="0"/>
              <a:t>Types of Storm We Could </a:t>
            </a:r>
            <a:r>
              <a:rPr lang="en-US" sz="6000" dirty="0" smtClean="0"/>
              <a:t>Experience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913881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Google Drive\ekklesia\DEV\960x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0056" y="0"/>
            <a:ext cx="9144000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0" y="609600"/>
            <a:ext cx="8534400" cy="1828800"/>
          </a:xfrm>
          <a:prstGeom prst="rect">
            <a:avLst/>
          </a:prstGeom>
        </p:spPr>
        <p:txBody>
          <a:bodyPr vert="horz" anchor="ctr">
            <a:no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100" b="1" kern="1200" cap="none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 smtClean="0"/>
              <a:t>1. The storm of Testing</a:t>
            </a:r>
          </a:p>
          <a:p>
            <a:endParaRPr lang="en-US" sz="6000" dirty="0"/>
          </a:p>
        </p:txBody>
      </p:sp>
      <p:sp>
        <p:nvSpPr>
          <p:cNvPr id="4" name="TextBox 3"/>
          <p:cNvSpPr txBox="1"/>
          <p:nvPr/>
        </p:nvSpPr>
        <p:spPr>
          <a:xfrm>
            <a:off x="124690" y="2209800"/>
            <a:ext cx="871450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James 1:2-3 </a:t>
            </a:r>
            <a:r>
              <a:rPr lang="en-US" sz="3600" b="1" dirty="0"/>
              <a:t>NIV</a:t>
            </a:r>
            <a:r>
              <a:rPr lang="en-US" sz="3600" b="1" dirty="0"/>
              <a:t/>
            </a:r>
            <a:br>
              <a:rPr lang="en-US" sz="3600" b="1" dirty="0"/>
            </a:br>
            <a:r>
              <a:rPr lang="en-US" sz="3600" b="1" dirty="0"/>
              <a:t/>
            </a:r>
            <a:br>
              <a:rPr lang="en-US" sz="3600" b="1" dirty="0"/>
            </a:br>
            <a:r>
              <a:rPr lang="en-US" sz="3600" b="1" dirty="0"/>
              <a:t>Consider it pure joy, my brothers and sisters, whenever you face trials of many kinds, because you know that the testing of your faith produces perseverance.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859836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</a:t>
            </a:r>
            <a:r>
              <a:rPr lang="en-US" dirty="0"/>
              <a:t>Storm of Disobedient</a:t>
            </a:r>
          </a:p>
        </p:txBody>
      </p:sp>
      <p:pic>
        <p:nvPicPr>
          <p:cNvPr id="3074" name="Picture 2" descr="D:\Google Drive\ekklesia\DEV\1102013259_univ_cnt_2_x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181100"/>
            <a:ext cx="85725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6158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</a:t>
            </a:r>
            <a:r>
              <a:rPr lang="en-US" dirty="0"/>
              <a:t>Storm of Obedient</a:t>
            </a:r>
          </a:p>
        </p:txBody>
      </p:sp>
      <p:pic>
        <p:nvPicPr>
          <p:cNvPr id="4098" name="Picture 2" descr="D:\Google Drive\ekklesia\DEV\Walk-By-Faith-Jesus-Walking-on-Water-Peter-Walking-on-Water-Matthew-1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29644"/>
            <a:ext cx="8458200" cy="6237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4597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D:\Google Drive\ekklesia\DEV\maxresdefaul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200"/>
            <a:ext cx="9144000" cy="632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0" y="-304800"/>
            <a:ext cx="9144000" cy="1828800"/>
          </a:xfrm>
          <a:prstGeom prst="rect">
            <a:avLst/>
          </a:prstGeom>
        </p:spPr>
        <p:txBody>
          <a:bodyPr vert="horz" anchor="ctr">
            <a:no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100" b="1" kern="1200" cap="none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 smtClean="0"/>
              <a:t>Facing The Storm 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657937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Facing the storm like an eagle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000" y="1676400"/>
            <a:ext cx="838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en-US" sz="3600" b="1" dirty="0" smtClean="0"/>
              <a:t>Understand the storm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n-US" sz="3600" b="1" dirty="0" smtClean="0"/>
              <a:t>is the only bird that looks for storm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n-US" sz="3600" b="1" dirty="0" smtClean="0"/>
              <a:t>the eagle gladly welcome the storms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n-US" sz="3600" b="1" dirty="0" smtClean="0"/>
              <a:t>the eagle uses the storm to increase their height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n-US" sz="3600" b="1" dirty="0" smtClean="0"/>
              <a:t>the eagle flies towards the storm</a:t>
            </a:r>
          </a:p>
          <a:p>
            <a:pPr marL="571500" indent="-571500">
              <a:buFont typeface="Arial" pitchFamily="34" charset="0"/>
              <a:buChar char="•"/>
            </a:pP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778602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Facing the storm like an eagle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000" y="1676400"/>
            <a:ext cx="8382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en-US" sz="3600" b="1" dirty="0" smtClean="0"/>
              <a:t>the eagle uses the storm to cleans his feather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n-US" sz="3600" b="1" dirty="0" smtClean="0"/>
              <a:t>the eagle uses the storm to test its pinions and bones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n-US" sz="3600" b="1" dirty="0" smtClean="0"/>
              <a:t>the eagle uses the storm to renew his strength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n-US" sz="3600" b="1" dirty="0" smtClean="0"/>
              <a:t>the eagle will leave the storm after using the storm</a:t>
            </a:r>
          </a:p>
          <a:p>
            <a:pPr marL="571500" indent="-571500">
              <a:buFont typeface="Arial" pitchFamily="34" charset="0"/>
              <a:buChar char="•"/>
            </a:pP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592737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609600"/>
            <a:ext cx="8534400" cy="1828800"/>
          </a:xfrm>
          <a:prstGeom prst="rect">
            <a:avLst/>
          </a:prstGeom>
        </p:spPr>
        <p:txBody>
          <a:bodyPr vert="horz" anchor="ctr">
            <a:no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100" b="1" kern="1200" cap="none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6000" dirty="0" smtClean="0"/>
              <a:t>The storm reveals:</a:t>
            </a:r>
            <a:endParaRPr lang="en-US" sz="6000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2100122"/>
            <a:ext cx="8382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en-US" sz="3600" b="1" dirty="0" smtClean="0"/>
              <a:t>reveal the nature of faith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n-US" sz="3600" b="1" dirty="0" smtClean="0"/>
              <a:t>reveal the strength of commitment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n-US" sz="3600" b="1" dirty="0" smtClean="0"/>
              <a:t>reveal the level of maturity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n-US" sz="3600" b="1" dirty="0" smtClean="0"/>
              <a:t>reveal the health of attitude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n-US" sz="3600" b="1" dirty="0" smtClean="0"/>
              <a:t>reveal the measure of </a:t>
            </a:r>
            <a:r>
              <a:rPr lang="en-US" sz="3600" b="1" dirty="0" err="1" smtClean="0"/>
              <a:t>teachability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846625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71</TotalTime>
  <Words>162</Words>
  <Application>Microsoft Office PowerPoint</Application>
  <PresentationFormat>On-screen Show (4:3)</PresentationFormat>
  <Paragraphs>28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Apex</vt:lpstr>
      <vt:lpstr>In to the storm</vt:lpstr>
      <vt:lpstr>PowerPoint Presentation</vt:lpstr>
      <vt:lpstr>PowerPoint Presentation</vt:lpstr>
      <vt:lpstr>PowerPoint Presentation</vt:lpstr>
      <vt:lpstr>2. Storm of Disobedient</vt:lpstr>
      <vt:lpstr>3. Storm of Obedient</vt:lpstr>
      <vt:lpstr>PowerPoint Presentation</vt:lpstr>
      <vt:lpstr>Facing the storm like an eagle</vt:lpstr>
      <vt:lpstr>Facing the storm like an eagle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 to the storm</dc:title>
  <dc:creator>alkaloid</dc:creator>
  <cp:lastModifiedBy>alkaloid</cp:lastModifiedBy>
  <cp:revision>14</cp:revision>
  <dcterms:created xsi:type="dcterms:W3CDTF">2022-10-07T07:07:25Z</dcterms:created>
  <dcterms:modified xsi:type="dcterms:W3CDTF">2022-10-12T07:05:31Z</dcterms:modified>
</cp:coreProperties>
</file>